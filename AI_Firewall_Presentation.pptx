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AI-Powered Wireless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C8FF"/>
                </a:solidFill>
              </a:defRPr>
            </a:pPr>
            <a:r>
              <a:t>Wireless Technologies Project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AI-based firewall that analyzes network traffic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Automatically distinguishes between normal and malicious traffic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Uses Machine Learning to detect attack patterns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Real-time dashboard for monitoring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100% attack detection rate on trained attack types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⚠️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C8FF"/>
                </a:solidFill>
              </a:defRPr>
            </a:pPr>
            <a:r>
              <a:t>Wireless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WiFi Deauth Attacks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Evil Twin Access Points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KRACK WPA2 Attacks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Bluetooth Hijacking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IoT Device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664"/>
                </a:solidFill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Traditional firewalls use fixed rules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Can't detect unknown attacks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Manual configuration required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No real-time adaptation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High false positive rates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Machine Learning analyzes 84 network features per flow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Ensemble model combines XGBoost + Isolation Forest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Trained on 2.8 million network flows (CIC-IDS2017)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Real-time predictions in milliseconds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Web dashboard for live monitoring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Docker containerized for easy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377440" cy="1371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NGINX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:80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28800"/>
            <a:ext cx="2377440" cy="13716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1031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AI-Engine (FastAPI)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651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:8000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828800"/>
            <a:ext cx="2377440" cy="137160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21031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Redis Cache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651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:6379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657600"/>
            <a:ext cx="4572000" cy="164592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840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ML Ensemble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2976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DCDC"/>
                </a:solidFill>
              </a:defRPr>
            </a:pPr>
            <a:r>
              <a:t>XGBoost (70%) + Isolation Forest (30%)</a:t>
            </a:r>
          </a:p>
          <a:p>
            <a:pPr algn="ctr">
              <a:defRPr sz="1200">
                <a:solidFill>
                  <a:srgbClr val="B4B4B4"/>
                </a:solidFill>
              </a:defRPr>
            </a:pPr>
            <a:r>
              <a:t>84 Features | CIC-IDS2017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Docker Network: firewall-net (172.28.0.0/16)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🤖 Machine 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C8FF"/>
                </a:solidFill>
              </a:defRPr>
            </a:pPr>
            <a:r>
              <a:t>XGBoost Classifier (70%)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Gradient Boosted Decision Trees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100 trees, max depth 6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Learns complex attack patterns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High accuracy on known attacks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Output: Probability 0-100%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664"/>
                </a:solidFill>
              </a:defRPr>
            </a:pPr>
            <a:r>
              <a:t>Isolation Forest (30%)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Anomaly Detection Algorithm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100 isolation trees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Detects unknown attacks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No labels required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Output: Anomaly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Training Dataset: CIC-IDS2017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920240" cy="1645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2.8M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Total 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645920"/>
            <a:ext cx="1920240" cy="1645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8288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603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645920"/>
            <a:ext cx="1920240" cy="164592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Attack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645920"/>
            <a:ext cx="1920240" cy="16459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8288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1.2GB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603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File Size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📡 Wireless Attack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C8FF"/>
                </a:solidFill>
              </a:defRPr>
            </a:pPr>
            <a:r>
              <a:t>WiFi Attacks (100%)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WiFi Deauth Attack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Evil Twin AP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KRACK Attack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WiFi Jamming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PMKID Attack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Wardriving Probe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664"/>
                </a:solidFill>
              </a:defRPr>
            </a:pPr>
            <a:r>
              <a:t>Bluetooth/IoT (100%)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Bluetooth Hijacking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IoT Zigbee Attack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Smart Home Attacks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• ✅ All detected with &gt;90% confidence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Real-time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Statistics cards: Total flows, Benign, Malicious, Attack Types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Flow Classification doughnut chart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Threat Timeline line chart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Recent Alerts panel with attack details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Auto-refresh every 1 second via HTTP polling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Dark theme responsive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📈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920240" cy="1645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Attack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645920"/>
            <a:ext cx="1920240" cy="1645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8288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603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Benign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645920"/>
            <a:ext cx="1920240" cy="164592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False Positives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645920"/>
            <a:ext cx="1920240" cy="16459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8288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&lt;50ms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603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Response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🎬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1. Start containers: docker-compose up -d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2. Open dashboard: http://localhost:80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3. Run attack simulator: python test_wireless_attacks.py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4. Watch real-time detections on dashboard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8 attack types × 3 samples = 24 attacks detected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5 benign types × 3 samples = 15 benign flows allowed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🔮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Online learning - Model adapts to new attacks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Mobile app for smartphone monitoring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Integration with existing network hardware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Cloud deployment as SaaS solution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Extended IoT protocol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🎓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✅ AI-based firewall analyzing network traffic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✅ 100% detection of wireless attacks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✅ 0% false positives on normal traffic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✅ Real-time dashboard for monitoring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✅ Scalable Docker architecture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DCDCDC"/>
                </a:solidFill>
              </a:defRPr>
            </a:pPr>
            <a:r>
              <a:t>• Machine Learning provides powerful network security 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C8FF"/>
                </a:solidFill>
              </a:defRPr>
            </a:pPr>
            <a:r>
              <a:t>GitHub: Darkknin12/wireless-AI-firewall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